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Oswald Medium"/>
      <p:regular r:id="rId14"/>
      <p:bold r:id="rId15"/>
    </p:embeddedFont>
    <p:embeddedFont>
      <p:font typeface="Playfair Display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Oswald Light"/>
      <p:regular r:id="rId24"/>
      <p:bold r:id="rId25"/>
    </p:embeddedFont>
    <p:embeddedFont>
      <p:font typeface="Montserrat Ligh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swaldLight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Light-regular.fntdata"/><Relationship Id="rId25" Type="http://schemas.openxmlformats.org/officeDocument/2006/relationships/font" Target="fonts/OswaldLight-bold.fntdata"/><Relationship Id="rId28" Type="http://schemas.openxmlformats.org/officeDocument/2006/relationships/font" Target="fonts/MontserratLight-italic.fntdata"/><Relationship Id="rId27" Type="http://schemas.openxmlformats.org/officeDocument/2006/relationships/font" Target="fonts/Montserrat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OswaldMedium-bold.fntdata"/><Relationship Id="rId14" Type="http://schemas.openxmlformats.org/officeDocument/2006/relationships/font" Target="fonts/OswaldMedium-regular.fntdata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E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00" y="2274588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4B2E1E"/>
                </a:solidFill>
                <a:latin typeface="Oswald Light"/>
                <a:ea typeface="Oswald Light"/>
                <a:cs typeface="Oswald Light"/>
                <a:sym typeface="Oswald Light"/>
              </a:rPr>
              <a:t>DoceAgenda IA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396513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D6E6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Um projeto do SENAC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59825" y="6488700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D6E6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Marcela Amorim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E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117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95350" y="3009900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3009900"/>
            <a:ext cx="4905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Mensagens Perdidas:</a:t>
            </a: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 Pedidos que ficam esquecidos na barra de rolagem.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95350" y="3619500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619500"/>
            <a:ext cx="4905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Gestão Manual:</a:t>
            </a: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 Horas gastas passando dados do WhatsApp para o papel.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95350" y="4229100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229100"/>
            <a:ext cx="4905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Riscos de Erro:</a:t>
            </a: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 Datas trocadas e </a:t>
            </a:r>
            <a:r>
              <a:rPr lang="en-US" sz="1500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pedidos </a:t>
            </a: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esquecidos em datas críticas.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3E2723"/>
                </a:solidFill>
                <a:latin typeface="Oswald Light"/>
                <a:ea typeface="Oswald Light"/>
                <a:cs typeface="Oswald Light"/>
                <a:sym typeface="Oswald Light"/>
              </a:rPr>
              <a:t>CAOS NOS PEDIDOS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5">
            <a:alphaModFix/>
          </a:blip>
          <a:srcRect b="39413" l="22127" r="26065" t="1176"/>
          <a:stretch/>
        </p:blipFill>
        <p:spPr>
          <a:xfrm>
            <a:off x="6450762" y="1991787"/>
            <a:ext cx="5053100" cy="386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E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110490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6769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Redução drástica no tempo de administração de pedidos ao longo da implementação.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3E2723"/>
                </a:solidFill>
                <a:latin typeface="Oswald Light"/>
                <a:ea typeface="Oswald Light"/>
                <a:cs typeface="Oswald Light"/>
                <a:sym typeface="Oswald Light"/>
              </a:rPr>
              <a:t>GANHO DE PRODUTIVIDADE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8748725" y="4905850"/>
            <a:ext cx="1889100" cy="609600"/>
          </a:xfrm>
          <a:prstGeom prst="rect">
            <a:avLst/>
          </a:prstGeom>
          <a:solidFill>
            <a:srgbClr val="FFF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369100" y="4905850"/>
            <a:ext cx="140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B2E1E"/>
                </a:solidFill>
              </a:rPr>
              <a:t>DoceAgenda IA</a:t>
            </a:r>
            <a:endParaRPr sz="1100">
              <a:solidFill>
                <a:srgbClr val="4B2E1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E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/>
          <p:nvPr/>
        </p:nvSpPr>
        <p:spPr>
          <a:xfrm>
            <a:off x="571500" y="3924300"/>
            <a:ext cx="11049000" cy="38100"/>
          </a:xfrm>
          <a:prstGeom prst="rect">
            <a:avLst/>
          </a:prstGeom>
          <a:solidFill>
            <a:srgbClr val="4B2E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43225"/>
            <a:ext cx="243066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2943225"/>
            <a:ext cx="243066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860" y="2943225"/>
            <a:ext cx="243066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541" y="2943225"/>
            <a:ext cx="243066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75" y="3254700"/>
            <a:ext cx="2049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Formação e tratamento de database.</a:t>
            </a:r>
            <a:endParaRPr sz="1500">
              <a:solidFill>
                <a:srgbClr val="4B2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3634705" y="3254700"/>
            <a:ext cx="2049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Conectar com o Gemini e Whatsapp Business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507373" y="3254700"/>
            <a:ext cx="2049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da Skill da Alexa</a:t>
            </a:r>
            <a:r>
              <a:rPr lang="en-US" sz="1500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 e Google Calendar.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380041" y="3609975"/>
            <a:ext cx="204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3E2723"/>
                </a:solidFill>
                <a:latin typeface="Oswald Light"/>
                <a:ea typeface="Oswald Light"/>
                <a:cs typeface="Oswald Light"/>
                <a:sym typeface="Oswald Light"/>
              </a:rPr>
              <a:t>ROADMAP DO PROJETO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9380075" y="3254700"/>
            <a:ext cx="2049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Primeiros testes e correções de uso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E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5550"/>
            <a:ext cx="53816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495550"/>
            <a:ext cx="53816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52500" y="3648075"/>
            <a:ext cx="48506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Processamento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52500" y="4076700"/>
            <a:ext cx="4619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Lê</a:t>
            </a: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 as conversas do WhatsApp Business e extrai automaticamente data, sabor e cliente.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619875" y="3648075"/>
            <a:ext cx="48506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Sincronização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619875" y="4076700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Cada pedido vira um evento detalhado no Google Calendar sem intervenção manual.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91465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291465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3E2723"/>
                </a:solidFill>
                <a:latin typeface="Oswald Light"/>
                <a:ea typeface="Oswald Light"/>
                <a:cs typeface="Oswald Light"/>
                <a:sym typeface="Oswald Light"/>
              </a:rPr>
              <a:t>A PONTE INTELIGENTE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E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778025" y="1818450"/>
            <a:ext cx="50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3E2723"/>
                </a:solidFill>
                <a:latin typeface="Oswald Light"/>
                <a:ea typeface="Oswald Light"/>
                <a:cs typeface="Oswald Light"/>
                <a:sym typeface="Oswald Light"/>
              </a:rPr>
              <a:t>WHATSAPP BUSINESS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71500" y="1818600"/>
            <a:ext cx="76200" cy="55410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647700" y="2716300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Integração direta via API que monitora novas mensagens.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47700" y="3490800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A IA identifica intenções de compra e preenche um formulário invisível de pedido, validando as informações com o cliente em tempo real</a:t>
            </a:r>
            <a:r>
              <a:rPr lang="en-US" sz="1500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6057900" y="0"/>
            <a:ext cx="76200" cy="685800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36312" r="7417" t="2809"/>
          <a:stretch/>
        </p:blipFill>
        <p:spPr>
          <a:xfrm>
            <a:off x="6134100" y="-125"/>
            <a:ext cx="59622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E7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5550"/>
            <a:ext cx="53816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495550"/>
            <a:ext cx="53816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952500" y="3648075"/>
            <a:ext cx="48506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"Alexa, o que temos?"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52500" y="4076700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Ela dita a lista de pedidos do dia enquanto sua mãe está com as mãos na massa.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619875" y="3648075"/>
            <a:ext cx="48506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E272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Lembretes Ativos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619875" y="4076700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2E1E"/>
                </a:solidFill>
                <a:latin typeface="Montserrat"/>
                <a:ea typeface="Montserrat"/>
                <a:cs typeface="Montserrat"/>
                <a:sym typeface="Montserrat"/>
              </a:rPr>
              <a:t>Alertas sonoros para tirar o bolo do forno ou iniciar a decoração de um pedido específico.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914650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291465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3E2723"/>
                </a:solidFill>
                <a:latin typeface="Oswald Light"/>
                <a:ea typeface="Oswald Light"/>
                <a:cs typeface="Oswald Light"/>
                <a:sym typeface="Oswald Light"/>
              </a:rPr>
              <a:t>COMANDO DE VOZ: ALEXA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71500" y="571500"/>
            <a:ext cx="76200" cy="60960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E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295275" y="208404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3E2723"/>
                </a:solidFill>
                <a:latin typeface="Oswald Medium"/>
                <a:ea typeface="Oswald Medium"/>
                <a:cs typeface="Oswald Medium"/>
                <a:sym typeface="Oswald Medium"/>
              </a:rPr>
              <a:t>Dúvidas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71575" y="3203110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D6E63"/>
                </a:solidFill>
                <a:latin typeface="Montserrat"/>
                <a:ea typeface="Montserrat"/>
                <a:cs typeface="Montserrat"/>
                <a:sym typeface="Montserrat"/>
              </a:rPr>
              <a:t>Obrigada pela atenção!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